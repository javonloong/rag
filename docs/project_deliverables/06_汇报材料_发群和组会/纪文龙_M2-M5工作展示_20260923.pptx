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82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90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开场只报模块范围。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M1、M6、性能测试不并进本页范围。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解析 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入库 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图谱 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—  FMEA</a:t>
            </a:r>
          </a:p>
          <a:p>
            <a:pPr>
              <a:spcAft>
                <a:spcPts val="200"/>
              </a:spcAft>
            </a:pP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S/O/D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：严重度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发生频度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/ 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探测度。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RPN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：风险优先数，无批准政策则空着。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OCR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：光学字符识别。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Recall@5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：前 </a:t>
            </a:r>
            <a:r>
              <a:rPr lang="en-US" altLang="zh-CN" sz="1200" b="0" dirty="0">
                <a:solidFill>
                  <a:srgbClr val="000000"/>
                </a:solidFill>
                <a:latin typeface="微软雅黑"/>
                <a:ea typeface="微软雅黑"/>
              </a:rPr>
              <a:t>5 </a:t>
            </a:r>
            <a:r>
              <a:rPr lang="zh-CN" altLang="en-US" sz="1200" b="0" dirty="0">
                <a:solidFill>
                  <a:srgbClr val="000000"/>
                </a:solidFill>
                <a:latin typeface="微软雅黑"/>
                <a:ea typeface="微软雅黑"/>
              </a:rPr>
              <a:t>条检索是否命中。金标：人工标准答案。门禁：验收门槛。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同一账号签两个角色，验收器不认。</a:t>
            </a:r>
            <a:r>
              <a:rPr lang="en-US" altLang="zh-CN" dirty="0"/>
              <a:t>TECH</a:t>
            </a:r>
            <a:r>
              <a:rPr lang="zh-CN" altLang="en-US" dirty="0"/>
              <a:t> 两项不并进本范围。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74519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</a:rPr>
              <a:t>M2–M5 工作展示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6517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M2 解析完，交给 M3 入库。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M4 只吃已入库资料构图。M5 只吃已发布图出表。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2026-09-23    FMEA：故障模式与影响分析。出表字段必须能回到原文页码。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分别作用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M2 解析：把文件读成带页码的文字和结构。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M3 入库：审过的资料做成可检索的正式版本。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M4 图谱：从正式资料抽出设备、故障、原因、措施，每条绑回原页。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M5 输出：从正式图生成可审核的 FMEA 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FMEA：故障模式与影响分析。后一段只用前一段已经发布的结果。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资料进来，读成带页码的证据。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只从已发布资料构图，关系必须绑回原页。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这是相对把资料直接丢给大模型作答的优势。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只从已发布图出 FMEA，每个字段必须带证据。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解析  —  入库  —  图谱  —  FMEA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绑证据：每条结论能回到手册页码，不是模型随口编的。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做成了什么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62333"/>
              </p:ext>
            </p:extLst>
          </p:nvPr>
        </p:nvGraphicFramePr>
        <p:xfrm>
          <a:off x="411480" y="777240"/>
          <a:ext cx="1133856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925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1.0 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1" dirty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M2 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识图取字，保住页码结构，对照原页审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五类抽检过；清晰页关键字段核对过</a:t>
                      </a:r>
                      <a:endParaRPr sz="1400" b="0" dirty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M3 入库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审过再发布；检索、引用、回滚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 5 条检索都能对上；四类边界过；引用可回原块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M4 图谱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只从已发布资料抽关系，绑证据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审核过 120 条关系；发布图 18 条都能回到原页；同一批问题对照过 4 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M5 FMEA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已发布图加模板，字段带证据，再导出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 条专家审过；JSON / CSV / DOCX 行数一致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2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工作台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在工作台上走完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试点项目已建；资料、图、FMEA 已发布；回滚和恢复已跑通</a:t>
                      </a:r>
                      <a:endParaRPr sz="1400" b="0" dirty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9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整包验收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工程项通过才往下交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工程 8 项通过；端到端还差领域审核签字</a:t>
                      </a:r>
                      <a:endParaRPr sz="1400" b="0" dirty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前 5 条：检索结果最靠前的 5 段。门禁：验收门槛。FMEA：故障模式与影响分析。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3025"/>
              </p:ext>
            </p:extLst>
          </p:nvPr>
        </p:nvGraphicFramePr>
        <p:xfrm>
          <a:off x="411480" y="82296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门禁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一句话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页覆盖、五类抽检、清晰页核对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入库检索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 5 条检索都能对上，四类边界过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关系审核过，发布图绑证据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FMEA 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字段有证据，三份导出一致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端到端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不过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差领域审核签字。必须两个角色只点界面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门禁：验收门槛。端到端：从建项走到导出和恢复。</a:t>
            </a:r>
            <a:endParaRPr sz="13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364</Words>
  <Application>Microsoft Office PowerPoint</Application>
  <PresentationFormat>宽屏</PresentationFormat>
  <Paragraphs>63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文龙 纪</cp:lastModifiedBy>
  <cp:revision>3</cp:revision>
  <dcterms:created xsi:type="dcterms:W3CDTF">2013-01-27T09:14:16Z</dcterms:created>
  <dcterms:modified xsi:type="dcterms:W3CDTF">2026-09-23T13:51:35Z</dcterms:modified>
  <cp:category/>
</cp:coreProperties>
</file>