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11480" y="105156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4892040"/>
                <a:gridCol w="4892040"/>
              </a:tblGrid>
              <a:tr h="950976">
                <a:tc>
                  <a:txBody>
                    <a:bodyPr wrap="square" anchor="ctr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8.15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5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现在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950976"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解析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只有接口，合成样例能跑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真实资料上传后，原页和解析在同一屏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950976"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入库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资料能进库、能搜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改完出新稿，能对照旧稿，也能退回旧稿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950976"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图谱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抽图不够，还要回到原来的 RAG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Schema 出图后，由 GraphRAG 沿路径回答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  <a:tr h="950976"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FMEA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字段带着来源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 wrap="square" anchor="ctr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微软雅黑"/>
                          <a:ea typeface="微软雅黑"/>
                        </a:rPr>
                        <a:t>故障分析表，出处写到页，导出 JSON / CSV / DOCX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000000"/>
                      </a:solidFill>
                    </a:lnL>
                    <a:lnR w="6350">
                      <a:solidFill>
                        <a:srgbClr val="000000"/>
                      </a:solidFill>
                    </a:lnR>
                    <a:lnT w="6350">
                      <a:solidFill>
                        <a:srgbClr val="000000"/>
                      </a:solidFill>
                    </a:lnT>
                    <a:lnB w="635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05156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面向燃气轮机与动力装备资料的本地 GraphRAG 工作台。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965960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产品就是这一个工作台，浏览器打开。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手册、扫描件上传后，解析、入库、图谱问答都能做完。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按燃气轮机与动力装备 Schema 抽出设备、部件、故障、原因、措施，关系落在证据边上。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GraphRAG 沿路径问答。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000000"/>
                </a:solidFill>
                <a:latin typeface="微软雅黑"/>
                <a:ea typeface="微软雅黑"/>
              </a:rPr>
              <a:t>FMEA 是故障模式与影响分析：设备、故障、原因、措施做成一张表，出处写到页，导出 JSON / CSV / DOCX。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56032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交什么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34440"/>
            <a:ext cx="11338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一个本地工作台，浏览器打开就能用。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用户上传资料，解析、入库、图谱问答走完。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000000"/>
                </a:solidFill>
                <a:latin typeface="微软雅黑"/>
                <a:ea typeface="微软雅黑"/>
              </a:rPr>
              <a:t>FMEA 故障分析表能出 JSON / CSV / DOCX。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9893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00000"/>
                </a:solidFill>
                <a:latin typeface="微软雅黑"/>
                <a:ea typeface="微软雅黑"/>
              </a:rPr>
              <a:t>解析  —  入库  —  图谱问答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