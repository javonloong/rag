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</a:rPr>
              <a:t>PowerRAG 整合版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56032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全项目技术链路与接口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现网 218 条。浏览器打开，不走桌面壳。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2026-09-23    现网：http://127.0.0.1:8000    接口文档：/docs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项目是什么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本地工作台。手册和扫描件进来，读成带页码的证据，再检索、构图、问答、出故障分析表。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打开方式：双击 PowerRAG.exe，或 python api_server/current_console/server.py。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地址 http://127.0.0.1:8000。关掉状态窗口即停服务。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仓库里的 Electron 目录只保留，现网不用。RAG交付 是历史快照，接口是子集。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现网入口只有 current_console。版本号见 /api/health。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仓库怎么分层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  <a:gridCol w="5852160"/>
              </a:tblGrid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目录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管什么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界面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frontend_app/current_console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五页工作台加设置抽屉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接口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api_server/current_console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现网 218 条，版本 2.1.0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解析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data_pipeline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读文件、识图取字、保住页码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入库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knowledge_base / storage_layer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正式版本、向量库、治理库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图谱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kg_pipeline / storage_layer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抽关系、社区、图库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问答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rag_orchestrator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普通检索、沿图回答、对照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rag_orchestrator / fmea_*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从已发布图出可审核表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门禁材料和验收包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启动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desktop_launcher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Windows 可执行文件，仍开系统浏览器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治理库记审核和版本。向量库做检索。图库做沿边问答。三套不混写。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两套编号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界面从左到右：M1 资料接入 → M2 知识组织 → M3 图谱问答 → M4 可信交付 → M5 验收。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交付治理另一套：解析 → 入库 → 构图 → 出表。后一段只吃前一段已经发布的结果。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界面 M4 可信交付，对应治理这条解析到出表。界面 M5 是验收台，不是出表本身。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设置和运行总览在右上角抽屉，不占主流水线。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FMEA：故障模式与影响分析。出表字段必须能回到原文页码。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全项目一条线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资料进来，读成带页码的证据。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审过的稿做成可检索正式版本，能对照、能退回。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只从已发布资料构图，关系必须绑回原页。这是相对把资料直接丢给大模型作答的优势。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问答三条路：关键词检索、沿已发布图回答、同一题对照。原文没有的要能拒绝。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只从已发布图出故障分析表，每个字段必须带证据。再走验收门禁和整包进出。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解析 — 入库 — 图谱 — 问答 — 出表 — 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界面五页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5120640"/>
              </a:tblGrid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主要接口族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M1 资料接入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上传、解析、写入检索库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 /process /ingest /search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M2 知识组织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构图、社区、导入导出图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/api/graphrag/*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M3 图谱问答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提问、多轮、对照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/api/query  /api/v1/query  /api/memory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M4 可信交付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项目、审核、发布、出表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/api/delivery/*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M5 验收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门禁材料、证据、验收包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/api/delivery/acceptance/*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抽屉 · 总览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运行状态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/api/health  /api/stats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6172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抽屉 · 设置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集合、策略、身份、日志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  /api/logs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page-search、page-kg 是旧页，不挂进现网导航。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现网接口族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377440"/>
              </a:tblGrid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接口族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条数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打开与文档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 /docs  /openapi.json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工作台入库检索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 /process /ingest /query 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检索策略与登录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交付 · 项目与任务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  /tasks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交付 · 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交付 · 图谱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交付 · 出表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交付 · 验收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运行图与质检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对话记忆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版本化问答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/api/v1/query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出表治理 v1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3592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现网 create_app 实扫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权威清单以运行中的 /openapi.json 为准。本表来自 2026-09-23 实扫，218 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打开与文档  ·  6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打开控台首页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/api/health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健康检查，版本号 2.1.0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/docs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交互式接口文档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/docs/oauth2-redirect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文档页登录回跳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/openapi.json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机器可读接口清单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/redoc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另一套接口文档页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工作台入库检索（1）  ·  19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/api/benchmark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检索评测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/api/chroma/export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打包向量库目录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/api/collections/{name}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删除一个检索集合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导出全部集合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/api/export/{collection_name}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导出指定集合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/api/ingest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按统一入库规则写入检索库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/api/logs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列出操作日志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/api/logs/{filename}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读一份日志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/api/logs/{filename}/progress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看处理进度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/api/process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解析已上传资料并写入向量库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工作台入库检索（2）  ·  19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/api/public-books-json/ingest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从公开书目 JSON 入库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/api/query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统一问答：普通检索或沿图回答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/api/search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关键词检索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/api/search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带条件的检索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/api/stats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看库规模和集合统计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上传一份资料到工作台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列出已上传资料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/api/uploads/delete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批量删除上传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/api/uploads/{filename}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删除一份上传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检索策略与登录（1）  ·  24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/api/retrieval/policies/approve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批准检索策略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/api/retrieval/policies/directory/sync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同步人员目录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/api/retrieval/policies/history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策略变更历史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读身份源配置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/api/retrieval/policies/identity-provider/callback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登录回跳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/api/retrieval/policies/identity-provider/login-url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取登录地址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/api/retrieval/policies/identity-provider/logout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退出登录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建立登录会话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/api/retrieval/policies/identity-provider/session/refresh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刷新会话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列出会话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检索策略与登录（2）  ·  24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/api/retrieval/policies/identity-provider/sessions/key-status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看密钥状态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/api/retrieval/policies/identity-provider/sessions/rotate-key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轮换会话密钥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/api/retrieval/policies/identity-provider/sessions/{session_id}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注销一个会话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/api/retrieval/policies/identity-provider/token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换登录令牌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/api/retrieval/policies/identity-provider/upsert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写身份源配置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/api/retrieval/policies/notification-recipients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列出通知接收人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/api/retrieval/policies/notification-recipients/upsert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写入通知接收人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/api/retrieval/policies/notifications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列出策略通知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/api/retrieval/policies/notifications/dispatch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发出策略通知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/api/retrieval/policies/promote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把策略推到正式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检索策略与登录（3）  ·  24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/api/retrieval/policies/propose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提出检索策略草案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/api/retrieval/policies/reject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驳回检索策略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/api/retrieval/policies/roles/upsert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写入角色权限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/api/retrieval/policies/rollback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策略退回上一版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项目与任务（1）  ·  35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/api/delivery/identity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当前操作人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列出项目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新建项目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/api/delivery/projects/restore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从整包恢复项目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读一个项目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PATCH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改项目信息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/api/delivery/projects/{project_id}/audit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项目审计记录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/api/delivery/projects/{project_id}/documents/upload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往项目上传资料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/api/delivery/projects/{project_id}/export-package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导出项目整包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/api/delivery/projects/{project_id}/fmea-templates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列出项目出表模板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项目与任务（2）  ·  35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/api/delivery/projects/{project_id}/fmea-templates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登记出表模板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/api/delivery/projects/{project_id}/fmea-templates/{template_id}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/api/delivery/projects/{project_id}/fmea-templates/{template_id}/{version}/approve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批准出表模板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/api/delivery/projects/{project_id}/graph-schemas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列出图谱规则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/api/delivery/projects/{project_id}/graph-schemas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登记图谱规则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/api/delivery/projects/{project_id}/graph-schemas/{schema_id}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读一条图谱规则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/api/delivery/projects/{project_id}/graph-schemas/{schema_id}/{version}/approve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批准图谱规则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/api/delivery/projects/{project_id}/health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项目健康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/api/delivery/projects/{project_id}/metrics/http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项目接口耗时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/api/delivery/projects/{project_id}/providers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列出模型提供方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项目与任务（3）  ·  35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/api/delivery/projects/{project_id}/providers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写入模型提供方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/api/delivery/projects/{project_id}/providers/health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提供方是否可用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/api/delivery/projects/{project_id}/tasks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列出后台任务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/api/delivery/projects/{project_id}/tasks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新建后台任务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/api/delivery/projects/{source_project_id}/copy-template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按模板复制项目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/api/delivery/review-queue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待审队列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/api/delivery/source-assets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列出原始页图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/api/delivery/tasks/batch-retry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批量重试任务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/api/delivery/tasks/{task_id}/assign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指派任务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项目与任务（4）  ·  35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/api/delivery/tasks/{task_id}/cancel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取消任务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/api/delivery/tasks/{task_id}/comments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读任务评论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/api/delivery/tasks/{task_id}/comments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写任务评论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/api/delivery/tasks/{task_id}/heartbeat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任务心跳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/api/delivery/tasks/{task_id}/retry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重试任务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资料（1）  ·  19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列出资料版本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/api/delivery/documents-index/rebuild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重建检索索引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/api/delivery/documents-index/status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检索索引状态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/api/delivery/documents-search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在已发布资料里检索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/api/delivery/documents/batch-review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批量审核资料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/api/delivery/documents/compare/{left_id}/{right_id}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对照两个资料版本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/api/delivery/documents/intake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解析进候选稿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/api/delivery/documents/intake/ocr-result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回写识图取字结果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/api/delivery/documents/ocr-jobs/{job_id}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读识图任务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/api/delivery/documents/ocr-jobs/{job_id}/retry-pages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重试失败页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资料（2）  ·  19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/api/delivery/documents/ocr-jobs/{job_id}/run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跑识图任务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/api/delivery/documents/source-assets/{asset_id}/pages/{page}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打开某一页原图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/api/delivery/documents/{document_id}/rollback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资料退回旧版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/api/delivery/documents/{version_id}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读一个资料版本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/api/delivery/documents/{version_id}/publish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发布正式资料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/api/delivery/documents/{version_id}/review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审核资料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/api/delivery/documents/{version_id}/review-package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整页审核包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/api/delivery/documents/{version_id}/revise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改稿出新版本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/api/delivery/evidence/{evidence_id}/open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按证据号回到原页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图谱（1）  ·  20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列出图谱版本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/api/delivery/graphs-active/status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当前生效图状态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/api/delivery/graphs/candidates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提交图谱候选，必须带证据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/api/delivery/graphs/compare/{left_id}/{right_id}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对照两个图谱版本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/api/delivery/graphs/extract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服务端抽图，需已登记提供方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/api/delivery/graphs/rollback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图谱退回旧版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读一个图谱版本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/api/delivery/graphs/{graph_version_id}/community-summaries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读社区摘要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/api/delivery/graphs/{graph_version_id}/community-summaries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写社区摘要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/api/delivery/graphs/{graph_version_id}/compare-rag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同一题对照普通检索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图谱（2）  ·  20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/api/delivery/graphs/{graph_version_id}/evidence-audit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核对关系是否绑回原页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导出三元组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/api/delivery/graphs/{graph_version_id}/path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查两点之间的路径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/api/delivery/graphs/{graph_version_id}/publish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发布正式图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/api/delivery/graphs/{graph_version_id}/query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在已发布图上提问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/api/delivery/graphs/{graph_version_id}/resync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把已发布图同步进图库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/api/delivery/graphs/{graph_version_id}/review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审核整张图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/api/delivery/graphs/{graph_version_id}/statement-reviews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逐条审关系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/api/delivery/graphs/{graph_version_id}/statements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列出图上每条关系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/api/delivery/graphs/{graph_version_id}/view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看图节点和边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出表（1）  ·  16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/api/delivery/fmea/feedback/{feedback_id}/remediate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按反馈重跑上游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/api/delivery/fmea/feedback/{feedback_id}/runs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看整改跑次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列出出表任务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从已发布图生成表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读一张表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 JSON / CSV / DOCX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/api/delivery/fmea/tasks/{task_id}/export-verify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核对三份导出行数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/api/delivery/fmea/tasks/{task_id}/feedback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列出反馈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/api/delivery/fmea/tasks/{task_id}/feedback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记下问题并指回上游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/api/delivery/fmea/tasks/{task_id}/field-reviews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逐字段审核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出表（2）  ·  16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/api/delivery/fmea/tasks/{task_id}/publish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发布正式表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/api/delivery/fmea/tasks/{task_id}/review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整表审核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/api/delivery/fmea/tasks/{task_id}/reviews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读审核记录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/api/delivery/fmea/tasks/{task_id}/status-history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读状态历史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/api/delivery/fmea/templates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/api/delivery/fmea/templates/{template_id}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读一个出表模板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交付 · 验收  ·  10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/api/delivery/acceptance/artifacts/{artifact_key}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读一份验收材料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/api/delivery/acceptance/artifacts/{artifact_key}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写入验收材料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/api/delivery/acceptance/build-package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生成验收包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/api/delivery/acceptance/candidates/{gate_id}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读某门禁候选材料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/api/delivery/acceptance/evidence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上传验收截图或附件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/api/delivery/acceptance/evidence/{reference:path}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下载验收附件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/api/delivery/acceptance/handoff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读交接说明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/api/delivery/acceptance/package-files/{package_file}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下载验收包文件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/api/delivery/acceptance/schema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验收材料格式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/api/delivery/acceptance/status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验收门禁总状态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运行图与质检（1）  ·  14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/api/graphrag/communities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列出图社区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/api/graphrag/community/detect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做社区划分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/api/graphrag/community/summarize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给社区写摘要，需模型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导出图库 JSON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/api/graphrag/import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把浏览器里的图写入图库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/api/graphrag/reset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清空运行图库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/api/graphrag/search/global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按社区摘要做全局问答，需模型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/api/graphrag/stats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图库统计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列出问答质检记录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/api/graphrag/triage/analytics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质检汇总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运行图与质检（2）  ·  14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/api/graphrag/triage/export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导出质检记录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/api/graphrag/triage/{triage_id}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读一条质检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/api/graphrag/triage/{triage_id}/promote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把质检升成回归题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41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/api/graphrag/triage/{triage_id}/review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审一条质检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对话记忆  ·  8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列出对话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建立或复用对话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删除对话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/api/memory/sessions/{session_id}/context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取多轮上下文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/api/memory/sessions/{session_id}/messages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清空对话消息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/api/memory/sessions/{session_id}/messages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读对话消息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/api/memory/sessions/{session_id}/messages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追加一条消息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5689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/api/memory/sessions/{session_id}/turns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追加一轮问答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版本化问答  ·  2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17068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7068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/api/v1/query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版本化问答，一次返回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7068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/api/v1/query/stream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版本化问答，边生成边推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出表治理 v1（1）  ·  45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/api/v1/fmea/analyses/{analysis_id}/propagation-runs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做故障传播分析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/api/v1/fmea/analyses/{analysis_id}/revisions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组装一版分析稿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/api/v1/fmea/approval-submissions/{submission_id}/approvals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批准分析稿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/api/v1/fmea/approval-submissions/{submission_id}/rejections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驳回分析稿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/api/v1/fmea/approvals/{approval_id}/withdrawals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撤回批准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/api/v1/fmea/assistance/analysis-scope-runs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建议分析范围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/api/v1/fmea/assistance/suggestions/{suggestion_id}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读一条辅助建议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/api/v1/fmea/assistance/suggestions/{suggestion_id}/decisions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采纳或驳回辅助建议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/api/v1/fmea/export-artifacts/{artifact_id}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取导出文件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/api/v1/fmea/export-runs/{run_id}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读导出任务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出表治理 v1（2）  ·  45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/api/v1/fmea/migration-reports/{report_id}/confirmations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确认模板迁移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/api/v1/fmea/propagation-graphs/{graph_revision_id}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读传播图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/api/v1/fmea/propagation-graphs/{graph_revision_id}/paths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列传播路径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/api/v1/fmea/propagation-graphs/{graph_revision_id}/reviews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审传播图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/api/v1/fmea/propagation-runs/{run_id}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读传播任务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/api/v1/fmea/publications/{publication_id}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读发布体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/api/v1/fmea/publications/{publication_id}/lifecycle-events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发布生命周期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/api/v1/fmea/publications/{publication_id}/snapshot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读发布快照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/api/v1/fmea/publications/{publication_id}/supersessions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用新发布替换旧发布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/api/v1/fmea/publications/{publication_id}/withdrawals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撤回发布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出表治理 v1（3）  ·  45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/api/v1/fmea/review-suggestion-runs/{run_id}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读审核建议任务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读分析稿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/api/v1/fmea/revisions/{revision_id}/approval-events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审批事件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/api/v1/fmea/revisions/{revision_id}/approval-submissions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提交审批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/api/v1/fmea/revisions/{revision_id}/export-narrative-runs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导出说明文字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/api/v1/fmea/revisions/{revision_id}/export-runs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按修订导出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/api/v1/fmea/revisions/{revision_id}/migration-dry-runs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模板迁移试跑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/api/v1/fmea/revisions/{revision_id}/publications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发布分析稿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/api/v1/fmea/revisions/{revision_id}/readiness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看出稿是否齐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/api/v1/fmea/revisions/{revision_id}/readiness-suggestion-runs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给出稿缺口建议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出表治理 v1（4）  ·  45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/api/v1/fmea/risk-proposal-runs/{run_id}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读风险建议任务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/api/v1/fmea/rows/{row_id}/review-context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一行的审核上下文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/api/v1/fmea/rows/{row_id}/review-decisions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读审核决定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/api/v1/fmea/rows/{row_id}/review-decisions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写下审核决定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/api/v1/fmea/rows/{row_id}/review-suggestion-runs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给一行出审核建议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/api/v1/fmea/rows/{row_id}/review-suggestions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列出一行的建议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/api/v1/fmea/rows/{row_id}/risk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读一行风险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/api/v1/fmea/rows/{row_id}/risk-confirmations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确认风险分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12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/api/v1/fmea/rows/{row_id}/risk-proposal-runs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提出风险分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465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/api/v1/fmea/rows/{row_id}/risk-rejections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驳回风险分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出表治理 v1（5）  ·  45 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13232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0"/>
                <a:gridCol w="4114800"/>
              </a:tblGrid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/api/v1/fmea/template-drafts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新建模板草稿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/api/v1/fmea/template-drafts/{draft_id}/patch-runs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试改模板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/api/v1/fmea/template-patches/{patch_id}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读模板改动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/api/v1/fmea/template-patches/{patch_id}/acceptance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接受模板改动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8534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/api/v1/fmea/template-patches/{patch_id}/rejection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拒绝模板改动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路径里的花括号是变量。POST 写，GET 读，PUT / PATCH 改，DELETE 删。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受控失败，不是要绕开的错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扫描件缺字、缺页码、缺审核，不能发布正式资料。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未发布资料不能构图。类型或关系不在规则里、证据不在所选版本，不能发布图。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未发布图不能出表。字段对不上或互相打架，保持空，不编严重度、频度、探测度。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未发布的表不能当正式导出。记下反馈和真的重跑上游，不是同一件事。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S / O / D：严重度、频度、探测度。没有批准的评分政策就不写这三项。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